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1" r:id="rId7"/>
    <p:sldId id="258" r:id="rId8"/>
    <p:sldId id="259" r:id="rId9"/>
    <p:sldId id="260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525C7-1C7C-54C8-394B-CC9D7C7F1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CF5E72-92D5-FAE4-F4CB-C6ED77D03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5CE6C6-7BF8-2216-3948-57D496AE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DEA8A9-DA42-2ABC-07E0-972D75AD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6D5539-B4B8-5D6C-D5D9-B3818E61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662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25E65-57F1-EC94-D642-7C2E0C34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89C86A-4B84-752A-62D1-E28F1584E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868E6D-6FF1-E83A-C9D9-3F89D3C7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EBB03-8D9A-F437-E397-6F697D90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CEB3EA-312E-B274-CBDF-2FBDC7C3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422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B93F9-4763-09AF-F727-DF648B0B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19218A-83A6-EB91-A1A1-66543E46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9AA4A3-8F1D-C6E1-25A1-C576634C8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B5DE39-29A0-0F4B-A1B6-16CE8CBD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09594-3B3B-081A-559E-12678919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979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E6603-B1CE-3994-1D2C-121FE6E6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C8D7-A2B8-36A0-216C-5ABD15F62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484E48-B77F-D2BF-38AD-538FD763D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E27C71-D23B-7C55-23BD-32A968F8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DD5A08-BFFA-418B-75E1-E2A207EE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B7C2DA-6A88-1584-FBA3-264F53DA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04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4E78F-D760-A37E-C756-81B6A1012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695EF5-1F7F-CBB0-EC1C-59F543F3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E2AFD2-BF2D-7BB0-A77C-971230538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BF748E-60C3-9243-8BFD-0B437F62C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CA4AE7-D8D9-6133-46EF-9F8C9593E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ED7EC3-3F8F-F01E-0E4A-54E4CC7E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0ACF61-8BE6-2205-76A6-98E10760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FE9813-0B4E-5846-AEE0-BEF8D8BC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679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BCAE5-4D9F-DCB0-DC44-DF910F98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70000D-2478-2EF7-5938-590AD8C1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AEE168-FC20-C042-C8C2-D0F24509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6D7F05-4F2D-071A-51A1-F42FBE8C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976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1C86AF-7B2B-8B7F-548C-6E3DA61B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DE27C1-C640-12B9-C147-AE9062F0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63A834-18F2-58AA-DD2F-5DA74DBE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767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CFDC0-8846-87B8-A923-E1C0F1F75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8879C8-38E7-CE1C-58E4-7F4294D04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8ED618-1D95-6C25-DB33-980FED72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92265-D6DB-D109-3F95-EB755FB4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B7FEE8-7345-5904-145B-59751CDA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3F311F-D315-5EB3-EB38-3536FA7D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601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F0019-55E3-EB27-9988-0402C40D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251B2F-C89E-7F10-32B8-FEE431AEB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E67C27-73D6-BE0B-F5C4-9657E6BBD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B26D8D-DA2F-A2F4-8B88-B8960C27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7E6E21-52FC-F3A1-56A1-95C1C4E0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C2357-C8B1-6C58-38DF-7F31B07E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536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AF7C5-25B7-DD41-30CE-3F8E002A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935DD1-582D-008E-8D54-A1B8088CF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3A5F01-EB8E-A4F0-04F6-923A11AE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6B0B5-4927-ECFD-0DC3-35EC43500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D89586-E8A3-DA87-0180-5A598639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262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6AED6A-B843-AA89-56F8-92788EF45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12D0C8-135F-6CBF-EE63-76B47F3A1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65A02-422C-C480-A1F2-54A2A4F3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27322-ED37-B9FB-29D5-785896D4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CADAC0-6B96-BB41-AD1D-F32FA723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18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861DAE-B648-3897-2397-19508C6D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14422E-464B-08DF-37F2-155B97FE5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56E9C4-7D89-C5AB-3C81-A53AF740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6DE88-13B0-4F15-90C5-FCF3F6A88A18}" type="datetimeFigureOut">
              <a:rPr lang="es-PE" smtClean="0"/>
              <a:t>11/01/2026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F790F1-2EBF-7752-B302-38BB8A740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4C18A-E033-D8F1-EAC3-984BB497D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CDF91-07D4-43D6-8B41-E1465161FB8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266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F4B977-C33D-25EC-0B23-CE4C25A9C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s-PE" sz="4800" dirty="0" err="1">
                <a:solidFill>
                  <a:srgbClr val="FFFFFF"/>
                </a:solidFill>
              </a:rPr>
              <a:t>AhovaShop</a:t>
            </a:r>
            <a:endParaRPr lang="es-PE" sz="4800" dirty="0">
              <a:solidFill>
                <a:srgbClr val="FFFFFF"/>
              </a:solidFill>
            </a:endParaRPr>
          </a:p>
        </p:txBody>
      </p:sp>
      <p:sp>
        <p:nvSpPr>
          <p:cNvPr id="40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83B5E3-3141-549F-80EB-9EE571D62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PE" dirty="0">
                <a:solidFill>
                  <a:srgbClr val="FFFFFF"/>
                </a:solidFill>
              </a:rPr>
              <a:t>Yordi Coronel</a:t>
            </a:r>
          </a:p>
        </p:txBody>
      </p:sp>
      <p:sp>
        <p:nvSpPr>
          <p:cNvPr id="41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00DDAD-DAE5-E22D-CE84-A9466C3E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Diseño Mockup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0F1F9D3-50AF-BAAE-C183-F802C0BD2888}"/>
              </a:ext>
            </a:extLst>
          </p:cNvPr>
          <p:cNvSpPr txBox="1">
            <a:spLocks/>
          </p:cNvSpPr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Página de inicio UI</a:t>
            </a:r>
          </a:p>
        </p:txBody>
      </p:sp>
      <p:pic>
        <p:nvPicPr>
          <p:cNvPr id="7" name="Marcador de contenido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ACCB58B8-CFF9-8325-0CE0-3DD9BDA26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6696" y="1966293"/>
            <a:ext cx="9678607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11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F2AAA94-6E4B-9EFB-DBFB-7B394C30CE32}"/>
              </a:ext>
            </a:extLst>
          </p:cNvPr>
          <p:cNvSpPr txBox="1">
            <a:spLocks/>
          </p:cNvSpPr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Página de Administrador</a:t>
            </a:r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1AF2E7F-D5BE-74D9-7D2A-B6B464F81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177" y="390832"/>
            <a:ext cx="9564264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3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3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17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7" name="Rectangle 19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Marcador de contenido 8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6FCE40ED-9A52-2C60-DF81-170B85DBE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0327" y="1644952"/>
            <a:ext cx="6817913" cy="356809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80C463C-D4CF-E157-AB8E-09347A710867}"/>
              </a:ext>
            </a:extLst>
          </p:cNvPr>
          <p:cNvSpPr txBox="1"/>
          <p:nvPr/>
        </p:nvSpPr>
        <p:spPr>
          <a:xfrm>
            <a:off x="7781889" y="2488072"/>
            <a:ext cx="3068991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Carrito</a:t>
            </a:r>
            <a:r>
              <a:rPr lang="en-US" dirty="0"/>
              <a:t> de </a:t>
            </a:r>
            <a:r>
              <a:rPr lang="en-US" dirty="0" err="1"/>
              <a:t>compras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7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Marcador de contenido 1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019F8E1-084C-55AD-F2E6-0142F0963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7501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321F79-6EAA-376C-3D1B-2B1137793D1C}"/>
              </a:ext>
            </a:extLst>
          </p:cNvPr>
          <p:cNvSpPr txBox="1"/>
          <p:nvPr/>
        </p:nvSpPr>
        <p:spPr>
          <a:xfrm>
            <a:off x="8643193" y="2418408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Perfil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5C01129-3453-464D-A870-ED71C6E89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2781A6-5C82-4764-B489-F9A599C0A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8833" y="685800"/>
            <a:ext cx="5004061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9E162F7-0618-D155-7812-B3295E1F5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27" r="16902"/>
          <a:stretch>
            <a:fillRect/>
          </a:stretch>
        </p:blipFill>
        <p:spPr>
          <a:xfrm>
            <a:off x="680483" y="685795"/>
            <a:ext cx="2931299" cy="54864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7B854C1-B2AA-AEDD-FE83-FD7DCB1EE85E}"/>
              </a:ext>
            </a:extLst>
          </p:cNvPr>
          <p:cNvSpPr txBox="1"/>
          <p:nvPr/>
        </p:nvSpPr>
        <p:spPr>
          <a:xfrm>
            <a:off x="4107712" y="2732739"/>
            <a:ext cx="3976577" cy="3083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Loguin</a:t>
            </a:r>
          </a:p>
        </p:txBody>
      </p:sp>
      <p:pic>
        <p:nvPicPr>
          <p:cNvPr id="15" name="Marcador de contenido 1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60BE510-4211-A0B5-4044-F653A089D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9861"/>
          <a:stretch>
            <a:fillRect/>
          </a:stretch>
        </p:blipFill>
        <p:spPr>
          <a:xfrm>
            <a:off x="8606117" y="685805"/>
            <a:ext cx="2905400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03B581-D953-84E6-D411-06D5FCAE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PE" sz="2700" dirty="0"/>
              <a:t>Arquitectura Base </a:t>
            </a:r>
            <a:r>
              <a:rPr lang="es-PE" sz="2700" dirty="0" err="1"/>
              <a:t>DDD+Clean</a:t>
            </a:r>
            <a:r>
              <a:rPr lang="es-PE" sz="2700" dirty="0"/>
              <a:t>  </a:t>
            </a:r>
            <a:br>
              <a:rPr lang="es-PE" sz="2700" dirty="0"/>
            </a:br>
            <a:r>
              <a:rPr lang="es-PE" sz="2700" dirty="0" err="1"/>
              <a:t>Architecture</a:t>
            </a:r>
            <a:r>
              <a:rPr lang="es-PE" sz="2700" dirty="0"/>
              <a:t> </a:t>
            </a:r>
            <a:br>
              <a:rPr lang="es-PE" sz="2700" dirty="0"/>
            </a:br>
            <a:endParaRPr lang="es-PE" sz="2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74BBF6C5-FEC8-BB2C-E006-8BFF57BE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35" y="299509"/>
            <a:ext cx="3953041" cy="625898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3BE862-6AA7-A95C-86FA-9F093C7A9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cuenta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con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una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arquitectura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monorepo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48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0F96B-4504-5282-6977-95E609D9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371" y="642302"/>
            <a:ext cx="2778760" cy="1325563"/>
          </a:xfrm>
        </p:spPr>
        <p:txBody>
          <a:bodyPr>
            <a:noAutofit/>
          </a:bodyPr>
          <a:lstStyle/>
          <a:p>
            <a:r>
              <a:rPr lang="es-PE" dirty="0"/>
              <a:t>Aplicación  </a:t>
            </a:r>
            <a:br>
              <a:rPr lang="es-PE" dirty="0"/>
            </a:br>
            <a:r>
              <a:rPr lang="es-PE" dirty="0"/>
              <a:t>Back-Office </a:t>
            </a:r>
            <a:br>
              <a:rPr lang="es-PE" dirty="0"/>
            </a:br>
            <a:endParaRPr lang="es-PE" dirty="0"/>
          </a:p>
        </p:txBody>
      </p:sp>
      <p:pic>
        <p:nvPicPr>
          <p:cNvPr id="5" name="Marcador de contenido 4" descr="Pantalla de computadora con letras&#10;&#10;El contenido generado por IA puede ser incorrecto.">
            <a:extLst>
              <a:ext uri="{FF2B5EF4-FFF2-40B4-BE49-F238E27FC236}">
                <a16:creationId xmlns:a16="http://schemas.microsoft.com/office/drawing/2014/main" id="{DAAFC836-8DEB-337C-6421-8017F107C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07682" cy="4351338"/>
          </a:xfrm>
          <a:prstGeom prst="rect">
            <a:avLst/>
          </a:prstGeom>
        </p:spPr>
      </p:pic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0DE68F8-5477-45F0-B940-90BD8032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682" y="0"/>
            <a:ext cx="2429214" cy="3724795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1D38C60-8639-5BE6-9096-BE61AA8F1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896" y="0"/>
            <a:ext cx="2248214" cy="6573167"/>
          </a:xfrm>
          <a:prstGeom prst="rect">
            <a:avLst/>
          </a:prstGeom>
        </p:spPr>
      </p:pic>
      <p:pic>
        <p:nvPicPr>
          <p:cNvPr id="13" name="Imagen 1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F9081345-6122-6F6A-0354-3F9C10BA9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57" y="5249007"/>
            <a:ext cx="2343477" cy="1324160"/>
          </a:xfrm>
          <a:prstGeom prst="rect">
            <a:avLst/>
          </a:prstGeom>
        </p:spPr>
      </p:pic>
      <p:pic>
        <p:nvPicPr>
          <p:cNvPr id="15" name="Imagen 1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E39EADA-BB69-509F-E711-76E8A8777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157" y="0"/>
            <a:ext cx="2248214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42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3C2A8-03C1-1786-7D37-9D6A2A15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5960" cy="1325563"/>
          </a:xfrm>
        </p:spPr>
        <p:txBody>
          <a:bodyPr/>
          <a:lstStyle/>
          <a:p>
            <a:r>
              <a:rPr lang="es-PE" dirty="0"/>
              <a:t>Librerías  </a:t>
            </a:r>
            <a:br>
              <a:rPr lang="es-PE" dirty="0"/>
            </a:br>
            <a:r>
              <a:rPr lang="es-PE" dirty="0"/>
              <a:t>Personalizadas </a:t>
            </a:r>
          </a:p>
        </p:txBody>
      </p:sp>
      <p:pic>
        <p:nvPicPr>
          <p:cNvPr id="5" name="Marcador de contenido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25CAF846-6F89-A056-8886-EABEEEAC3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750" y="1866265"/>
            <a:ext cx="21113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23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77B82DAA936841B7B585310A8E0645" ma:contentTypeVersion="14" ma:contentTypeDescription="Create a new document." ma:contentTypeScope="" ma:versionID="fdda497ab90c261ac561949461edbd20">
  <xsd:schema xmlns:xsd="http://www.w3.org/2001/XMLSchema" xmlns:xs="http://www.w3.org/2001/XMLSchema" xmlns:p="http://schemas.microsoft.com/office/2006/metadata/properties" xmlns:ns3="27a1e404-48d8-46fd-b496-8758c8349fe3" xmlns:ns4="2c9de329-a902-4102-bc76-a0e8e9406381" targetNamespace="http://schemas.microsoft.com/office/2006/metadata/properties" ma:root="true" ma:fieldsID="9d2136576e39c1d91cee0324a0cb84cd" ns3:_="" ns4:_="">
    <xsd:import namespace="27a1e404-48d8-46fd-b496-8758c8349fe3"/>
    <xsd:import namespace="2c9de329-a902-4102-bc76-a0e8e940638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1e404-48d8-46fd-b496-8758c8349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9de329-a902-4102-bc76-a0e8e940638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a1e404-48d8-46fd-b496-8758c8349fe3" xsi:nil="true"/>
  </documentManagement>
</p:properties>
</file>

<file path=customXml/itemProps1.xml><?xml version="1.0" encoding="utf-8"?>
<ds:datastoreItem xmlns:ds="http://schemas.openxmlformats.org/officeDocument/2006/customXml" ds:itemID="{A50022AC-AC1C-4C33-9FCD-DC8214111D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a1e404-48d8-46fd-b496-8758c8349fe3"/>
    <ds:schemaRef ds:uri="2c9de329-a902-4102-bc76-a0e8e94063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2FD34D-A851-4BD9-B248-FF9DA33579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2EE495-A42D-48B6-9CD9-D2B78B445C22}">
  <ds:schemaRefs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c9de329-a902-4102-bc76-a0e8e9406381"/>
    <ds:schemaRef ds:uri="27a1e404-48d8-46fd-b496-8758c8349fe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38</Words>
  <Application>Microsoft Office PowerPoint</Application>
  <PresentationFormat>Panorámica</PresentationFormat>
  <Paragraphs>12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AhovaShop</vt:lpstr>
      <vt:lpstr>Diseño Mockup</vt:lpstr>
      <vt:lpstr>Presentación de PowerPoint</vt:lpstr>
      <vt:lpstr>Presentación de PowerPoint</vt:lpstr>
      <vt:lpstr>Presentación de PowerPoint</vt:lpstr>
      <vt:lpstr>Presentación de PowerPoint</vt:lpstr>
      <vt:lpstr>Arquitectura Base DDD+Clean   Architecture  </vt:lpstr>
      <vt:lpstr>Aplicación   Back-Office  </vt:lpstr>
      <vt:lpstr>Librerías   Personalizadas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YORDI CORONEL HUAM�N</dc:creator>
  <cp:lastModifiedBy>ALUMNO - YORDI CORONEL HUAM�N</cp:lastModifiedBy>
  <cp:revision>1</cp:revision>
  <dcterms:created xsi:type="dcterms:W3CDTF">2026-01-11T11:57:41Z</dcterms:created>
  <dcterms:modified xsi:type="dcterms:W3CDTF">2026-01-11T14:12:46Z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0x0101009477B82DAA936841B7B585310A8E0645</vt:lpwstr>
  </property>
</Properties>
</file>